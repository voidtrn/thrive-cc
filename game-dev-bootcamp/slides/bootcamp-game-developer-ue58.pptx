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Bootcamp lengkap dari nol: teknis (UE 5.8) dan bisnis. Materi lengkap ada di folder game-dev-bootcamp repo thrive-cc.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arahkan peserta ke repo untuk materi lengkap dan tugas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82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91440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914400"/>
            <a:ext cx="384048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91440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417320"/>
            <a:ext cx="38404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417320"/>
            <a:ext cx="384048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192024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916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DEVELOPER BOOTCAMP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Hero dengan Unreal Engine 5.8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 •  Mengembangkan  •  Membesarkan Game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minggu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13 modul  •  teknis + bisnis  •  proyek capstone dirilis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Siapa &amp; Apa yang Dibutuhkan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0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Pemula total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pernah membuat game sama sekali — mulai dari nol.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0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0" y="20391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pindah karier ke industri game.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0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090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/ Desainer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456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paham sisi teknis dan bisnis game.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2926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246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090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founder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0" y="3456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membangun studio game sendiri.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EF9F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Prasyarat: NOL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8680" y="523036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istilah asing dijelaskan di Glosarium (100+ istilah).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waktu: 10–15 jam/minggu selama 24 minggu.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CPU 6-core, RAM 32 GB, GPU RTX 2070+/RX 6600+, SSD — ada workaround untuk spek rendah.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24 Minggu: 5 Fase</a:t>
            </a:r>
            <a:endParaRPr lang="en-US" sz="3300" dirty="0"/>
          </a:p>
        </p:txBody>
      </p:sp>
      <p:pic>
        <p:nvPicPr>
          <p:cNvPr id="4" name="Image 0" descr="/home/user/thrive-cc/game-dev-bootcamp/assets/img/roadmap-belaj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" y="1371600"/>
            <a:ext cx="1078992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→ Inti → Sistem Game → Lanjutan → Rilis &amp; Bisnis. Proyek capstone dibangun sejak Fase 2 dan dirilis di Fase 5.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Developer = Banyak Profesi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84448" cy="1234440"/>
          </a:xfrm>
          <a:prstGeom prst="roundRect">
            <a:avLst>
              <a:gd name="adj" fmla="val 5926"/>
            </a:avLst>
          </a:prstGeom>
          <a:solidFill>
            <a:srgbClr val="F1F0F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Programmer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permainan — C++, Blueprint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554480"/>
            <a:ext cx="3584448" cy="1234440"/>
          </a:xfrm>
          <a:prstGeom prst="roundRect">
            <a:avLst>
              <a:gd name="adj" fmla="val 5926"/>
            </a:avLst>
          </a:prstGeom>
          <a:solidFill>
            <a:srgbClr val="F1F0FB"/>
          </a:solidFill>
          <a:ln/>
        </p:spPr>
      </p:sp>
      <p:sp>
        <p:nvSpPr>
          <p:cNvPr id="8" name="Text 6"/>
          <p:cNvSpPr/>
          <p:nvPr/>
        </p:nvSpPr>
        <p:spPr>
          <a:xfrm>
            <a:off x="4517136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/ Level Designer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17136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main, balancing, ruang &amp; pacing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584448" cy="1234440"/>
          </a:xfrm>
          <a:prstGeom prst="roundRect">
            <a:avLst>
              <a:gd name="adj" fmla="val 5926"/>
            </a:avLst>
          </a:prstGeom>
          <a:solidFill>
            <a:srgbClr val="F1F0FB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2D Artist &amp; Animator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4464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tekstur, gerakan karakter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584448" cy="1234440"/>
          </a:xfrm>
          <a:prstGeom prst="roundRect">
            <a:avLst>
              <a:gd name="adj" fmla="val 5926"/>
            </a:avLst>
          </a:prstGeom>
          <a:solidFill>
            <a:srgbClr val="F1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82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Artist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" y="3675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art ↔ programming, shader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3017520"/>
            <a:ext cx="3584448" cy="1234440"/>
          </a:xfrm>
          <a:prstGeom prst="roundRect">
            <a:avLst>
              <a:gd name="adj" fmla="val 5926"/>
            </a:avLst>
          </a:prstGeom>
          <a:solidFill>
            <a:srgbClr val="F1F0FB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3182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Designer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17136" y="3675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 &amp; efek suara (MetaSounds)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3017520"/>
            <a:ext cx="3584448" cy="1234440"/>
          </a:xfrm>
          <a:prstGeom prst="roundRect">
            <a:avLst>
              <a:gd name="adj" fmla="val 5926"/>
            </a:avLst>
          </a:prstGeom>
          <a:solidFill>
            <a:srgbClr val="F1F0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3182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/ QA / Marketing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84464" y="3675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Jadwal, kualitas, penjualan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F3E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9834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 = semua peran sekaligus.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Itulah kenapa SCOPE KECIL adalah skill nomor satu. Bootcamp ini melatihmu jadi generalist dulu, spesialisasi belakangan.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Semua Game Adalah Loop Tak Berujung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18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aksi pemain: keyboard, gamepad, sentuhan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0507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182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UPDATE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logika: fisika, AI, skor, animasi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9127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182D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RENDER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frame baru ke layar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diulang 30–120 kali per detik (FPS)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1F0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0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FPS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33,3 ms/frame — minimal konsol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26280" y="42976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1F0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4480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FPS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9160" y="5074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 ms/frame — standar PC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0" y="42976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1F0FB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480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 FPS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95360" y="5074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&amp; VR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Logika dikali delta time agar kecepatan game sama di semua komputer — UE5: DeltaSeconds.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Pengembangan Game</a:t>
            </a:r>
            <a:endParaRPr lang="en-US" sz="3300" dirty="0"/>
          </a:p>
        </p:txBody>
      </p:sp>
      <p:pic>
        <p:nvPicPr>
          <p:cNvPr id="4" name="Image 0" descr="/home/user/thrive-cc/game-dev-bootcamp/assets/img/pipeline-game-de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" y="1371600"/>
            <a:ext cx="107899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linear — playtest bisa melempar mundur. Itu bukan kegagalan, itu cara kerjanya.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Pelajaran Paling Mahal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9F7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93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KECIL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6093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Puzzle, arcade, endless runner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52560" y="1609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 bulan solo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CF7E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SEDANG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5786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Platformer, top-down shooter, roguelike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52560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bulan solo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EE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478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BESAR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35478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Metroidvania, RPG kecil, tycoon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3547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1,5–3 tahun solo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BEAE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171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JANGAN (DULU)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45171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world, MMO, "seperti GTA tapi..."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4517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50+, 4+ tahun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182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961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scope: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perkiraan waktumu × 3 = realistis. Masih sanggup? Baru mulai. Game pertama harus 🟢.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01–02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Lanskap Engine — Kenapa UE 5.8?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9192" cy="3017520"/>
          </a:xfrm>
          <a:prstGeom prst="roundRect">
            <a:avLst>
              <a:gd name="adj" fmla="val 2730"/>
            </a:avLst>
          </a:prstGeom>
          <a:solidFill>
            <a:srgbClr val="EFE9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679192" cy="3017520"/>
          </a:xfrm>
          <a:prstGeom prst="roundRect">
            <a:avLst>
              <a:gd name="adj" fmla="val 2730"/>
            </a:avLst>
          </a:prstGeom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 AAA, Blueprint, gratis s/d $1 jt revenue, C++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serius, karier studio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554480"/>
            <a:ext cx="2679192" cy="3017520"/>
          </a:xfrm>
          <a:prstGeom prst="roundRect">
            <a:avLst>
              <a:gd name="adj" fmla="val 2730"/>
            </a:avLst>
          </a:prstGeom>
          <a:solidFill>
            <a:srgbClr val="F1F0FB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737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besar, C#, kuat di mobile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93592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2D/3D umum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1554480"/>
            <a:ext cx="2679192" cy="3017520"/>
          </a:xfrm>
          <a:prstGeom prst="roundRect">
            <a:avLst>
              <a:gd name="adj" fmla="val 2730"/>
            </a:avLst>
          </a:prstGeom>
          <a:solidFill>
            <a:srgbClr val="F1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737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664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ringan, GDScript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5664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&amp; indie idealis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34856" y="1554480"/>
            <a:ext cx="2679192" cy="3017520"/>
          </a:xfrm>
          <a:prstGeom prst="roundRect">
            <a:avLst>
              <a:gd name="adj" fmla="val 2730"/>
            </a:avLst>
          </a:prstGeom>
          <a:solidFill>
            <a:srgbClr val="F1F0FB"/>
          </a:solidFill>
          <a:ln/>
        </p:spPr>
      </p:sp>
      <p:sp>
        <p:nvSpPr>
          <p:cNvPr id="18" name="Text 16"/>
          <p:cNvSpPr/>
          <p:nvPr/>
        </p:nvSpPr>
        <p:spPr>
          <a:xfrm>
            <a:off x="9317736" y="1737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GameMaker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17736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paling cepat jadi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17736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murni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Nanite —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 detail tanpa batas polycount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4965192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—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cahaya global real-time tanpa baking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678424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605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—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 game tanpa menulis kode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72200" y="5678424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605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MetaHuman —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manusia digital fotorealistik gratis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02–03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Dalam Mesin: Arsitektur UE5</a:t>
            </a:r>
            <a:endParaRPr lang="en-US" sz="3300" dirty="0"/>
          </a:p>
        </p:txBody>
      </p:sp>
      <p:pic>
        <p:nvPicPr>
          <p:cNvPr id="4" name="Image 0" descr="/home/user/thrive-cc/game-dev-bootcamp/assets/img/arsitektur-u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88236" y="1371600"/>
            <a:ext cx="841248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Game-mu duduk di puncak tumpukan — engine mengurus sisanya.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UE5: Konsep Inti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1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Dunia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500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/ Level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"panggung" permainan (.umap)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25880" y="356616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6758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4069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SEGALA benda di level: kursi, lampu, karakter, trigger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28800" y="48920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5001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5394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kepingan kemampuan: mesh, audio, kamera, collision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F1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 Wajib Minggu Pertama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Navigasi: klik-kanan + WASD (terbang), F (fokus objek).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/ E / R: geser • putar • skala. End: jatuhkan ke lantai.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Ctrl+Space: Content Browser — rumah semua aset.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SM_Batu, M_Kayu, BP_Pintu, WBP_Menu.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Pindah/rename aset HANYA lewat Content Browser (redirector!).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(Alt+P) vs Simulate (Alt+S); F8 = lepas kamera.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Edit saat Play = perubahan hilang saat berhenti.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04–05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Bahasa, Satu Pola Produksi</a:t>
            </a:r>
            <a:endParaRPr lang="en-US" sz="3300" dirty="0"/>
          </a:p>
        </p:txBody>
      </p:sp>
      <p:pic>
        <p:nvPicPr>
          <p:cNvPr id="4" name="Image 0" descr="/home/user/thrive-cc/game-dev-bootcamp/assets/img/blueprint-vs-c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48156" y="1371600"/>
            <a:ext cx="969264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"Blueprint cuma untuk pemula" adalah mitos — Fortnite berisi ribuan Blueprint. Aturannya teknis, bukan gengsi.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Gameplay Framework: Kerangka Resmi Setiap Game UE</a:t>
            </a:r>
            <a:endParaRPr lang="en-US" sz="3300" dirty="0"/>
          </a:p>
        </p:txBody>
      </p:sp>
      <p:pic>
        <p:nvPicPr>
          <p:cNvPr id="4" name="Image 0" descr="/home/user/thrive-cc/game-dev-bootcamp/assets/img/gameplay-frame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96796" y="1371600"/>
            <a:ext cx="8595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Design: Merancang Pengalaman Lewat Ruang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1F0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36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20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tanpa GPS: cahaya, landmark, komposisi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1F0FB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1783080"/>
            <a:ext cx="320040" cy="320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636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020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Selang-seling tegang &amp; lega: combat → tenang → vista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1F0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10896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962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467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= fungsi: tepian kuning berarti bisa dipanjat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834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1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3108960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962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Reward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3467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berbahaya menyimpan hadiah lebih besar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537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PROFESIONAL: BLOCKOUT DULU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Bangun level dari kubus abu-abu polos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Playtest &amp; iterasi (murah diubah!)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Baru art pass.
</a:t>
            </a:r>
            <a:pPr indent="0" marL="0">
              <a:buNone/>
            </a:pPr>
            <a:r>
              <a:rPr lang="en-US" sz="14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indah yang membosankan = gagal. Level abu-abu yang seru = tinggal didandani. Tools: Nanite + Lumen + Landscape + Megascans.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Karakter &amp; Animasi: Rantai Kehidupan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Mesh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kulit / model 3D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8152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033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rangka tulang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5332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37960" y="164592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gerak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2512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09760" y="164592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 Blueprint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469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otak: pilih &amp; campur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besar: idle → lari → lompat → mendarat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2918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83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Space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campuran halus berdasar kecepatan &amp; arah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+ Notify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terpicu (serangan, combo) + frame damage/suara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3434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Retargeting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animasi antar karakter (Mixamo → UE5)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F3E3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6418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feel: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default terasa "mengambang". Tuning gravity 1.5–2.5, braking, rotation rate + hit stop &amp; camera shake = beda "prototype" vs "game".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yang Menyatukan Game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3566160"/>
          </a:xfrm>
          <a:prstGeom prst="roundRect">
            <a:avLst>
              <a:gd name="adj" fmla="val 2051"/>
            </a:avLst>
          </a:prstGeom>
          <a:solidFill>
            <a:srgbClr val="F1F0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Musuh AI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Tree = pohon keputusan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= memori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Perception = indera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= peta jalan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93592" cy="3566160"/>
          </a:xfrm>
          <a:prstGeom prst="roundRect">
            <a:avLst>
              <a:gd name="adj" fmla="val 2051"/>
            </a:avLst>
          </a:prstGeom>
          <a:solidFill>
            <a:srgbClr val="F1F0FB"/>
          </a:solidFill>
          <a:ln/>
        </p:spPr>
      </p:sp>
      <p:sp>
        <p:nvSpPr>
          <p:cNvPr id="9" name="Shape 7"/>
          <p:cNvSpPr/>
          <p:nvPr/>
        </p:nvSpPr>
        <p:spPr>
          <a:xfrm>
            <a:off x="4553712" y="1783080"/>
            <a:ext cx="320040" cy="320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dengan UMG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53712" y="228600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Blueprint + Anchor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Healthbar &amp; menu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bukan polling tiap frame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mode: Game / UI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93592" cy="3566160"/>
          </a:xfrm>
          <a:prstGeom prst="roundRect">
            <a:avLst>
              <a:gd name="adj" fmla="val 2051"/>
            </a:avLst>
          </a:prstGeom>
          <a:solidFill>
            <a:srgbClr val="F1F0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0184" y="17830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787384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Data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30184" y="228600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SaveGame object + slot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sejak awal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DataTable: balancing = edit tabel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GameInstance lintas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82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5896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Anti-spaghetti: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komposisi (component) &gt; inheritance dalam  •  event &gt; Tick polling  •  interface &gt; Cast di mana-mana  •  gameplay tidak boleh tahu UI.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&amp; VFX = 50% Game Feel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1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MetaSounds (Audio)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graph untuk suara — seperti Blueprint.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Wajib: variasi random (pitch ±5%, pilih acak 1 dari 5 wav).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 Notify → suara langkah kaki.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Class: Master → Music / SFX / UI + slider volume.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1F0F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Niagara (VFX)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Emitter → Module (Spawn/Init/Update/Render).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template: Fountain, Ribbon, GPU sprites.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spark, api, trail pedang, muzzle flash.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Partikel = pembunuh FPS diam-diam (overdraw).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RESEP "JUICE" — SATU PUKULAN KENA: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suara impact  ✚  partikel spark  ✚  hit stop 0,05 dtk  ✚  camera shake  ✚  flash musuh  ✚  angka damage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Masing-masing 15 menit kerja. Bersama-sama: game terasa 10× lebih mahal.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Multiplayer: Server Memutuskan, Client Meminta</a:t>
            </a:r>
            <a:endParaRPr lang="en-US" sz="3300" dirty="0"/>
          </a:p>
        </p:txBody>
      </p:sp>
      <p:pic>
        <p:nvPicPr>
          <p:cNvPr id="4" name="Image 0" descr="/home/user/thrive-cc/game-dev-bootcamp/assets/img/multiplayer-repl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42516" y="1371600"/>
            <a:ext cx="85039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properti + 3 jenis RPC (Server / Multicast / Client). Peringatan jujur: multiplayer melipatgandakan kesulitan 3–5× — game pertamamu sebaiknya single-player.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Optimasi: Ukur Dulu, Baru Perbaiki</a:t>
            </a:r>
            <a:endParaRPr lang="en-US" sz="3300" dirty="0"/>
          </a:p>
        </p:txBody>
      </p:sp>
      <p:pic>
        <p:nvPicPr>
          <p:cNvPr id="4" name="Image 0" descr="/home/user/thrive-cc/game-dev-bootcamp/assets/img/frame-budg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5356" y="1371600"/>
            <a:ext cx="87782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unit </a:t>
            </a:r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angka terbesar = bottleneck (CPU vs GPU).  Tersangka umum: Tick liar, draw call, shadow dinamis, overdraw partikel, hard reference.  Lalu: packaging Development vs Shipping.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 — BISNIS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Mana Uang Berasal</a:t>
            </a:r>
            <a:endParaRPr lang="en-US" sz="3300" dirty="0"/>
          </a:p>
        </p:txBody>
      </p:sp>
      <p:pic>
        <p:nvPicPr>
          <p:cNvPr id="4" name="Image 0" descr="/home/user/thrive-cc/game-dev-bootcamp/assets/img/model-monetisa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6716" y="1371600"/>
            <a:ext cx="987552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 memengaruhi desain sejak hari pertama. Harga indie wajar: $9.99–$19.99 — murah = sinyal "murahan".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 — BISNIS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Dimulai Hari Pertama</a:t>
            </a:r>
            <a:endParaRPr lang="en-US" sz="3300" dirty="0"/>
          </a:p>
        </p:txBody>
      </p:sp>
      <p:pic>
        <p:nvPicPr>
          <p:cNvPr id="4" name="Image 0" descr="/home/user/thrive-cc/game-dev-bootcamp/assets/img/funnel-marke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79676" y="1371600"/>
            <a:ext cx="82296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= alasan orang berhenti scroll 3 detik. Tidak punya hook = masalah produk, bukan marketing. Steam page + wishlist sedini mungkin; demo di Next Fest; press kit untuk kreator.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 — BISNIS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Publishing, Legal &amp; Live Ops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1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Self-Publish vs Publisher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Sendiri: 100% net revenue, kontrol penuh, semua kerja sendiri.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Publisher: dana + QA + porting + marketing, bayar 20–50% share setelah recoup.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Kontrak dibaca lawyer. Red flag: IP pindah tangan, recoup buram.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1F0F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Minimum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usaha + rekening terpisah; kontrak tertulis semua kontributor.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Lisensi tiap aset didokumentasi — "free" ≠ boleh komersial.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EULA UE: gratis s/d $1 jt/tahun, lalu royalti 5%. Trademark nama!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1F0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Ops: Rilis = Garis Start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1–2: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cepat, balas review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4800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1–3: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besar bernama → spike penjualan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54589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publik, sale musiman, event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4589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DLC, port konsol, lokalisasi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JARANG DIKATAKAN TUTORIAL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Unpopular Opinions dari Lapangan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hell lebih berbahaya daripada tidak belajar — rasio sehat 1 jam nonton : 3 jam praktik.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8" name="Text 6"/>
          <p:cNvSpPr/>
          <p:nvPr/>
        </p:nvSpPr>
        <p:spPr>
          <a:xfrm>
            <a:off x="6336792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 engine sendiri = hobi valid, strategi bisnis bunuh diri.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1635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 realistis adalah jebakan indie — art style konsisten menang di thumbnail.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724912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81635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akan membunuh game pertamamu. Single-player dulu. Titik.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98678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 50 halaman = prokrastinasi berkostum kerja. 5–10 halaman + prototype.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95344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20" name="Text 18"/>
          <p:cNvSpPr/>
          <p:nvPr/>
        </p:nvSpPr>
        <p:spPr>
          <a:xfrm>
            <a:off x="6336792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98678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bagus TIDAK menjual dirinya sendiri — 14.000+ game/tahun di Steam.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65776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5157216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 project-mu sebaiknya game ketigamu, bukan pertama.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5065776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F1F0FB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5157216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 adalah kegagalan perencanaan, bukan lencana kehormatan.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BOOTCAMP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 Capstone: Satu Putaran Penuh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642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4–5  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Third Person + interaksi (pintu, pickup) + C++ HealthComponent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578608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6883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6–7  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blockout → art pass + karakter dengan combat &amp; combo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602736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7124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8–9  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musuh + HUD + save + menu + audio &amp; VFX juice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809744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9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4626864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1F0FB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7365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11–12  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+ Shipping build + RILIS di itch.io + feedback 10 orang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9F7E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8704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akhir: game playable end-to-end yang DIRILIS — siklus lengkap yang kebanyakan orang tidak pernah selesaikan.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5120640"/>
            <a:ext cx="384048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12064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5623560"/>
            <a:ext cx="38404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5623560"/>
            <a:ext cx="384048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612648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Selesai &gt; Sempurna.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jelek yang rilis mengalahkan game sempurna yang tidak pernah selesai.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lengkap 13 modul: folder game-dev-bootcamp/ (repo thrive-cc).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Glosarium 100+ istilah • Unpopular Opinions • Template GDD &amp; Rencana Bisnis.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hari ini: instal UE 5.8, buat proyek Third Person, tekan Play.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2026-07-19T20:22:23Z</dcterms:created>
  <dcterms:modified xsi:type="dcterms:W3CDTF">2026-07-19T20:22:23Z</dcterms:modified>
</cp:coreProperties>
</file>